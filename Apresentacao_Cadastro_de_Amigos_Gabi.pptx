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93192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II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Cadastro de Amigos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de usuários e operações CRUD completas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por Gabi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técnica do projeto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projeto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 e por que ele importa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306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seguro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acesso restrita por usuário, com autenticação antes de liberar o cadastro.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1488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305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📇</a:t>
            </a:r>
            <a:endParaRPr lang="en-US" sz="306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amigos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661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nome, contato e demais dados de cada amigo em uma base própria.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488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305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306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5661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ler, atualizar e excluir registros — as quatro operações fundamentais de dados.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Cadastro de Amigos  •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adotada para front-end, back-end e persistência de dados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2860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677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49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das páginas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61488" y="201168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22860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22677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52928" y="3749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e responsividade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74336" y="201168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22976" y="22860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522976" y="22677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5065776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3749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no cliente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87184" y="201168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35824" y="22860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35824" y="22677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7278624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78624" y="3749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e sessão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00032" y="201168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48672" y="22860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9948672" y="22677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9491472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491472" y="3749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dos dados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029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Suposição de stack: por padrão de projetos de CRUD com login em Programação Web (HTML/CSS/JS + PHP + MySQL). Ajuste os nomes se sua stack for outra.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Cadastro de Amigos  •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aplicação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cliente, servidor e banco de dados se comunicam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743200" cy="182880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3291840"/>
            <a:ext cx="1005840" cy="0"/>
          </a:xfrm>
          <a:prstGeom prst="line">
            <a:avLst/>
          </a:prstGeom>
          <a:noFill/>
          <a:ln w="25400">
            <a:solidFill>
              <a:srgbClr val="5B7480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0" y="2377440"/>
            <a:ext cx="2743200" cy="182880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514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3291840"/>
            <a:ext cx="1005840" cy="0"/>
          </a:xfrm>
          <a:prstGeom prst="line">
            <a:avLst/>
          </a:prstGeom>
          <a:noFill/>
          <a:ln w="25400">
            <a:solidFill>
              <a:srgbClr val="5B7480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21040" y="2377440"/>
            <a:ext cx="2743200" cy="182880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2514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(MySQL)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63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HTTP  →  processamento e regras de negócio  →  consulta SQL  →  resposta renderizada ao usuário.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Cadastro de Amigos  •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principais utilizadas pela aplicação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606040"/>
          <a:ext cx="4572000" cy="3200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 primária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de 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único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senha_hash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 criptografada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82880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18288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amigos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606040"/>
          <a:ext cx="4572000" cy="3200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 primária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 estrangeira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do amigo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telefone / email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data_cadastro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de registro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Cadastro de Amigos  •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Autenticação: tela de login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acesso e boas práticas de segurança aplicadas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informa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 senha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17520" y="2697480"/>
            <a:ext cx="256032" cy="0"/>
          </a:xfrm>
          <a:prstGeom prst="line">
            <a:avLst/>
          </a:prstGeom>
          <a:noFill/>
          <a:ln w="2540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73552" y="20116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071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2514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busca 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no banco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42432" y="2697480"/>
            <a:ext cx="256032" cy="0"/>
          </a:xfrm>
          <a:prstGeom prst="line">
            <a:avLst/>
          </a:prstGeom>
          <a:noFill/>
          <a:ln w="2540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98464" y="20116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3562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35624" y="2514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comparada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hash salvo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67344" y="2697480"/>
            <a:ext cx="256032" cy="0"/>
          </a:xfrm>
          <a:prstGeom prst="line">
            <a:avLst/>
          </a:prstGeom>
          <a:noFill/>
          <a:ln w="2540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23376" y="20116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6FD3C7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053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60536" y="25146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criada 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liberado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aplicadas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891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Senhas nunca ficam em texto puro — armazenamento apenas do hash (ex.: password_hash / bcrypt).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8463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Sessão de usuário controla o que pode ser acessado sem repetir login a cada página.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3035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Validação de campos no cliente e no servidor evita envio de dados inválidos ou maliciosos.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Cadastro de Amigos  •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— Criar e Consultar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primeiras operações do ciclo de vida do dado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305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289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240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— Cadastrar amigo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envia os dados para o servidor, que valida e insere um novo registro na tabela amigos.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319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Validação de campos obrigatórios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3159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Comando SQL INSERT vinculado ao usuário logado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70001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Confirmação visual após o cadastro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1488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305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89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240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— Listar amigos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0632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consulta o banco e exibe os registros do usuário autenticado em uma tabela ou lista.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9319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Comando SQL SELECT filtrado por usuario_id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3159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Exibição em tabela responsiva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70001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Busca e ordenação dos resultados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Cadastro de Amigos  •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— Atualizar e Excluir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Fechando o ciclo de manutenção dos registros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305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89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240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Editar amigo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existentes são carregados no formulário, alterados pelo usuário e regravados no banco.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319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carregado pelo id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3159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Comando SQL UPDATE com os novos valores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70001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Confirmação antes de salvar a alteração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733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14884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305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</a:t>
            </a:r>
            <a:endParaRPr lang="en-US" sz="289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240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Excluir amigo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0632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definitivamente um registro da base, sempre após confirmação do usuário.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9319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Confirmação para evitar exclusões acidentais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3159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Comando SQL DELETE pelo id do registro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70001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Lista atualizada automaticamente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Cadastro de Amigos  •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navegação do sistema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login até a gestão completa dos amigos cadastrados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011680" cy="11887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7432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3337560"/>
            <a:ext cx="274320" cy="0"/>
          </a:xfrm>
          <a:prstGeom prst="line">
            <a:avLst/>
          </a:prstGeom>
          <a:noFill/>
          <a:ln w="2540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2743200"/>
            <a:ext cx="2011680" cy="11887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34640" y="27432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amigos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3337560"/>
            <a:ext cx="274320" cy="0"/>
          </a:xfrm>
          <a:prstGeom prst="line">
            <a:avLst/>
          </a:prstGeom>
          <a:noFill/>
          <a:ln w="2540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0640" y="2743200"/>
            <a:ext cx="2011680" cy="11887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27432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3337560"/>
            <a:ext cx="274320" cy="0"/>
          </a:xfrm>
          <a:prstGeom prst="line">
            <a:avLst/>
          </a:prstGeom>
          <a:noFill/>
          <a:ln w="2540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06640" y="2743200"/>
            <a:ext cx="2011680" cy="11887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27432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18320" y="3337560"/>
            <a:ext cx="274320" cy="0"/>
          </a:xfrm>
          <a:prstGeom prst="line">
            <a:avLst/>
          </a:prstGeom>
          <a:noFill/>
          <a:ln w="25400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92640" y="2743200"/>
            <a:ext cx="2011680" cy="118872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0" y="27432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só acessa o painel e as operações de CRUD após autenticação válida — sem login, nenhuma rota interna é liberada.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Cadastro de Amigos  •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Habilidades desenvolvidas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projeto exigiu e consolidou na minha formação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39319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762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89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sessão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e proteção de senhas de forma segura.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920240"/>
            <a:ext cx="2560320" cy="39319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194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1762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</a:t>
            </a:r>
            <a:endParaRPr lang="en-US" sz="289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1546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banco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79476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tabelas relacionadas e chaves primária/estrangeira.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560320" cy="39319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1945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1762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89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1546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CRUD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79476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completa entre formulários, SQL e interface.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920240"/>
            <a:ext cx="2560320" cy="39319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2194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21762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89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31546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de código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379476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entre estrutura, estilo, lógica e dados.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Cadastro de Amigos  •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37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60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reúne, em uma única aplicação, autenticação segura e as quatro operações fundamentais de manipulação de dados — a base de praticamente todo sistema web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8412480" cy="1371600"/>
          </a:xfrm>
          <a:prstGeom prst="roundRect">
            <a:avLst>
              <a:gd name="adj" fmla="val 8000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Código-fonte completo disponível no GitHub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[adicionar aqui o link do repositório]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852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Obrigada!  —  Gabi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2026-09-27T13:06:32Z</dcterms:created>
  <dcterms:modified xsi:type="dcterms:W3CDTF">2026-09-27T13:06:32Z</dcterms:modified>
</cp:coreProperties>
</file>